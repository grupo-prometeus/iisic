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755"/>
    <a:srgbClr val="E7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94674"/>
  </p:normalViewPr>
  <p:slideViewPr>
    <p:cSldViewPr snapToGrid="0">
      <p:cViewPr>
        <p:scale>
          <a:sx n="72" d="100"/>
          <a:sy n="72" d="100"/>
        </p:scale>
        <p:origin x="1384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9DE4-7603-5C55-F20E-D46E92264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5B3081-BE02-E3BE-28E4-77C519E1A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68BF2-71CE-F57C-8A88-AD6F3A9D1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FD57-236C-8B4C-964F-7D7DB9BF188B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14C05-409F-7F65-B154-DE348150F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A45B3-A4EB-7246-0299-0F529689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9759-8F8E-5149-83F0-CC16E4A3D65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34302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3A86-FBCE-0F20-9778-6E9B50A7A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A9EB-288E-AE2C-5CA3-ACB75BAA2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11421-81E4-AF22-074D-A0BEC9F8E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FD57-236C-8B4C-964F-7D7DB9BF188B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5C536-5A9B-5CD3-ED7F-B1E6DFDD9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DAC7B-CAFF-9E9F-039F-6FC13892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9759-8F8E-5149-83F0-CC16E4A3D65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50865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7B37-8D07-6221-C041-2B565D538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8F670-EE0D-64A5-297A-1F8AC4A44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C0D27-FAD8-42A3-8E57-820E2D8D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FD57-236C-8B4C-964F-7D7DB9BF188B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13E77-44CE-B212-17C5-1560C893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70EE5-AC0D-E07E-9BFC-E855AE3C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9759-8F8E-5149-83F0-CC16E4A3D65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0880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72030-6707-3CF2-963B-9C5D0D7DA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397EC-0843-5293-D912-6E2D76F1B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334A3-5270-125F-A211-2E7CCEFA1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580CA-447B-3FE6-4B81-CBBECBCA7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FD57-236C-8B4C-964F-7D7DB9BF188B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5C1B4-4E4F-3A67-BD06-8A0D95FD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39112-5423-DDE3-113E-827EFF02D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9759-8F8E-5149-83F0-CC16E4A3D65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5116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54DA-0440-08CC-7444-BE96C129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F9FE3-4183-F19D-A7AE-7973B815C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3D610-CA32-1F31-2AF0-3ABA48580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DCA52-469A-CAD0-C087-256576023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DC4DF7-59E1-8479-5D9E-F56357695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ED2935-9E51-0C73-E925-4CC797BB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FD57-236C-8B4C-964F-7D7DB9BF188B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332881-4C5C-68A2-A1C2-B1E775953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320F2-AE92-8BDE-563C-66E1BA908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9759-8F8E-5149-83F0-CC16E4A3D65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4529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E290A-01F2-FF4B-DFE0-0F939E51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C5A65-BB5F-41F6-4EBA-304C36FA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FD57-236C-8B4C-964F-7D7DB9BF188B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94A8F-3130-ECB2-33E6-D7EA3E77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230EF-8F5A-72F6-6454-636CAB11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9759-8F8E-5149-83F0-CC16E4A3D65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3932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DB5404-43A7-2783-6826-26EBCFF78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FD57-236C-8B4C-964F-7D7DB9BF188B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05F08-C746-EE62-FB2C-70B535B8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3E6C2-5891-8A93-1538-327C697D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9759-8F8E-5149-83F0-CC16E4A3D65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09661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CC5E-5D73-DD78-7D56-3BE8C1E9F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4D95A-2AAA-038E-BD93-84480D22F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27A3A-0A46-211D-43C8-988FD4AB9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A3A0B-8741-C456-99B9-DA324837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FD57-236C-8B4C-964F-7D7DB9BF188B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E8652-0DB4-73C6-13CA-B3DF5C9B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337BD-0586-2D71-3E38-AA65026A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9759-8F8E-5149-83F0-CC16E4A3D65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2492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385C-2622-609F-A4FC-DC24A3C5B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38DC2E-B51D-9C4D-A366-2F61B6A676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4666B-0B83-A27A-0B02-4729333E3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31EF5-D8A8-3FC0-8372-067CC74F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FD57-236C-8B4C-964F-7D7DB9BF188B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E14F3-0A32-A326-6F12-E4D344BA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88ACA-4E5B-C3FE-18AD-55E026109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9759-8F8E-5149-83F0-CC16E4A3D65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75177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95FF5-18EE-299C-80AF-96237EBC9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B3CB5-1102-50A3-5350-E4DCB8B1A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CD6ED-AC38-4A19-5310-EE609EE9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FD57-236C-8B4C-964F-7D7DB9BF188B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CE095-7727-D73E-355D-4375CF3A1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8078C-E090-5304-D6F5-162B16A7C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9759-8F8E-5149-83F0-CC16E4A3D65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2159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CA60A-F4C9-E33A-5C3B-90BE5E463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92F34-2383-F5A0-4C91-8C3316456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4DE6B-59BA-0D2D-D6B5-EA8C97F4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FD57-236C-8B4C-964F-7D7DB9BF188B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CC28-D0D5-567E-BD1C-B2BC1072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0CE4A-55E2-742E-5B7F-49D4195C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9759-8F8E-5149-83F0-CC16E4A3D65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8326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F9489E-CAFD-8FC5-764A-4A89801ED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BCA74-5FB6-6DD7-7433-472BB16AB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326EF-BC52-EDA6-6AD6-C425623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EFD57-236C-8B4C-964F-7D7DB9BF188B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C26D3-09CA-EEFA-4317-4DCD408F9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09786-E708-F555-58A4-C085EE66C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09759-8F8E-5149-83F0-CC16E4A3D65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742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AF9F75E-0087-55FD-8CDB-8F833A81C597}"/>
              </a:ext>
            </a:extLst>
          </p:cNvPr>
          <p:cNvGrpSpPr/>
          <p:nvPr/>
        </p:nvGrpSpPr>
        <p:grpSpPr>
          <a:xfrm>
            <a:off x="2245360" y="2325788"/>
            <a:ext cx="7701280" cy="2206423"/>
            <a:chOff x="2245360" y="2196506"/>
            <a:chExt cx="7701280" cy="22064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5C583A-9957-0366-EE54-C216921F7F6D}"/>
                </a:ext>
              </a:extLst>
            </p:cNvPr>
            <p:cNvSpPr txBox="1"/>
            <p:nvPr/>
          </p:nvSpPr>
          <p:spPr>
            <a:xfrm>
              <a:off x="2245360" y="2196506"/>
              <a:ext cx="77012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4000" b="1" dirty="0">
                  <a:solidFill>
                    <a:srgbClr val="001755"/>
                  </a:solidFill>
                  <a:latin typeface="Montserrat" pitchFamily="2" charset="77"/>
                </a:rPr>
                <a:t>Título de la presentación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063A702-310E-2BAA-667E-8E43574399CA}"/>
                </a:ext>
              </a:extLst>
            </p:cNvPr>
            <p:cNvSpPr txBox="1"/>
            <p:nvPr/>
          </p:nvSpPr>
          <p:spPr>
            <a:xfrm>
              <a:off x="2245360" y="3182082"/>
              <a:ext cx="7701280" cy="1220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000" b="1" dirty="0">
                  <a:solidFill>
                    <a:srgbClr val="001755"/>
                  </a:solidFill>
                  <a:latin typeface="Montserrat" pitchFamily="2" charset="77"/>
                </a:rPr>
                <a:t>Autor </a:t>
              </a:r>
              <a:r>
                <a:rPr lang="es-ES_tradnl" sz="2000" b="1" baseline="30000" dirty="0">
                  <a:solidFill>
                    <a:srgbClr val="001755"/>
                  </a:solidFill>
                  <a:latin typeface="Montserrat" pitchFamily="2" charset="77"/>
                </a:rPr>
                <a:t>1</a:t>
              </a:r>
              <a:r>
                <a:rPr lang="es-ES_tradnl" sz="2000" b="1" dirty="0">
                  <a:solidFill>
                    <a:srgbClr val="001755"/>
                  </a:solidFill>
                  <a:latin typeface="Montserrat" pitchFamily="2" charset="77"/>
                </a:rPr>
                <a:t>, Autor </a:t>
              </a:r>
              <a:r>
                <a:rPr lang="es-ES_tradnl" sz="2000" b="1" baseline="30000" dirty="0">
                  <a:solidFill>
                    <a:srgbClr val="001755"/>
                  </a:solidFill>
                  <a:latin typeface="Montserrat" pitchFamily="2" charset="77"/>
                </a:rPr>
                <a:t>2</a:t>
              </a:r>
            </a:p>
            <a:p>
              <a:endParaRPr lang="es-ES_tradnl" sz="2000" baseline="30000" dirty="0">
                <a:solidFill>
                  <a:srgbClr val="001755"/>
                </a:solidFill>
                <a:latin typeface="Montserrat" pitchFamily="2" charset="77"/>
              </a:endParaRPr>
            </a:p>
            <a:p>
              <a:r>
                <a:rPr lang="es-ES_tradnl" sz="2000" baseline="30000" dirty="0">
                  <a:solidFill>
                    <a:srgbClr val="001755"/>
                  </a:solidFill>
                  <a:latin typeface="Montserrat" pitchFamily="2" charset="77"/>
                </a:rPr>
                <a:t>1</a:t>
              </a:r>
              <a:r>
                <a:rPr lang="es-ES_tradnl" sz="2000" dirty="0">
                  <a:solidFill>
                    <a:srgbClr val="001755"/>
                  </a:solidFill>
                  <a:latin typeface="Montserrat" pitchFamily="2" charset="77"/>
                </a:rPr>
                <a:t> Afiliación</a:t>
              </a:r>
            </a:p>
            <a:p>
              <a:r>
                <a:rPr lang="es-ES_tradnl" sz="2000" baseline="30000" dirty="0">
                  <a:solidFill>
                    <a:srgbClr val="001755"/>
                  </a:solidFill>
                  <a:latin typeface="Montserrat" pitchFamily="2" charset="77"/>
                </a:rPr>
                <a:t>2</a:t>
              </a:r>
              <a:r>
                <a:rPr lang="es-ES_tradnl" sz="2000" dirty="0">
                  <a:solidFill>
                    <a:srgbClr val="001755"/>
                  </a:solidFill>
                  <a:latin typeface="Montserrat" pitchFamily="2" charset="77"/>
                </a:rPr>
                <a:t> Afiliación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8240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41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76AAD0-0702-7B9C-3E70-952CCB56AA8E}"/>
              </a:ext>
            </a:extLst>
          </p:cNvPr>
          <p:cNvSpPr txBox="1"/>
          <p:nvPr/>
        </p:nvSpPr>
        <p:spPr>
          <a:xfrm>
            <a:off x="4081033" y="2967335"/>
            <a:ext cx="4029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5400" b="1" dirty="0">
                <a:solidFill>
                  <a:srgbClr val="001755"/>
                </a:solidFill>
                <a:latin typeface="Montserrat" pitchFamily="2" charset="77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056790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14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Arturo Hernandez Paez</dc:creator>
  <cp:lastModifiedBy>David Arturo Hernandez Paez</cp:lastModifiedBy>
  <cp:revision>1</cp:revision>
  <dcterms:created xsi:type="dcterms:W3CDTF">2026-02-24T15:56:31Z</dcterms:created>
  <dcterms:modified xsi:type="dcterms:W3CDTF">2026-02-25T17:37:19Z</dcterms:modified>
</cp:coreProperties>
</file>